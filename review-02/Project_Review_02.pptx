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Review-02 covers the data side of the project: where the corpus comes from, how it is engineered into a searchable index, what EDA reveals, and how features (embeddings) are produced. The project uses off-the-shelf models — no fine-tuning — so classic train/test and SMOTE steps are reframed honestly for a retrieval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(AI &amp; ML)   ·   MINI PROJECT   ·   REVIEW-02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System for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Assistance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Exploratory Data Analysis · Feature Engineering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3383280" cy="960120"/>
          </a:xfrm>
          <a:prstGeom prst="rect">
            <a:avLst/>
          </a:prstGeom>
          <a:solidFill>
            <a:srgbClr val="07182D"/>
          </a:solidFill>
          <a:ln w="12700">
            <a:solidFill>
              <a:srgbClr val="1B98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3159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Agentic RAG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4206240"/>
            <a:ext cx="3383280" cy="960120"/>
          </a:xfrm>
          <a:prstGeom prst="rect">
            <a:avLst/>
          </a:prstGeom>
          <a:solidFill>
            <a:srgbClr val="07182D"/>
          </a:solidFill>
          <a:ln w="12700">
            <a:solidFill>
              <a:srgbClr val="1B98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43159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Citation Verifier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4736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4206240"/>
            <a:ext cx="3383280" cy="960120"/>
          </a:xfrm>
          <a:prstGeom prst="rect">
            <a:avLst/>
          </a:prstGeom>
          <a:solidFill>
            <a:srgbClr val="07182D"/>
          </a:solidFill>
          <a:ln w="12700">
            <a:solidFill>
              <a:srgbClr val="1B98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43159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20 June 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736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Review-02 scope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[Your Name]      |      Guide:  [Guide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covers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371600" cy="77724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164592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Review-01 in one slide — problem, agents, novelty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3716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7860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2578608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Dataset Overview  (3.1–3.7)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1371600" cy="777240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11296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3511296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(4.1–4.5)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13716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43984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4443984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(5.1–5.5)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376672"/>
            <a:ext cx="137160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7667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5376672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Report-1 (27 Jun) → Review-03 (11 Jul)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Review-01 in one slide</a:t>
            </a:r>
            <a:endParaRPr lang="en-US" sz="2900" dirty="0"/>
          </a:p>
        </p:txBody>
      </p:sp>
      <p:pic>
        <p:nvPicPr>
          <p:cNvPr id="4" name="Image 0" descr="/sessions/nice-modest-bohr/mnt/AgentCreation/multi-agent-rag/review-02/assets/fig_embed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554480"/>
            <a:ext cx="3931920" cy="3145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57% of RAG citations are unfaithful (Wallat et al. 2024) — they look right but the cited text doesn't support the claim.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7706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3639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agents: Planner → Retriever → Synthesizer → Verifier, orchestrated with LangGraph.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9410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43068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NLI verifier scores each claim vs its cited evidence and rejects/revises unfaithful ones.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511149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547725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≤11 GB RAM; dual backend — Groq (cloud) / Ollama (local).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71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Dataset Overview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pile of PDFs becomes a verifiable, searchable evidence base.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corpus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1600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arXiv PDFs on "RAG techniques 2023–2025" — Self-RAG, CRAG, RAGAS, Adaptive-RAG, SQuAI, MA-RAG, MAIN-RAG.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1B98A2"/>
          </a:solidFill>
          <a:ln w="12700">
            <a:solidFill>
              <a:srgbClr val="1B98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679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679192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API + bulk full-text (industry analogue of public-dataset / API ingestion). User can also bring their own PDFs at runtime.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7581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benchmark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375818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hand-curated Q&amp;A pairs, each with a ground-truth answer and its source paper(s).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8371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signals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NLI entailment labels (DeBERTa-MNLI) — no manual labeling of the corpus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DATASET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profile &amp; chunk schema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scale (target vs sample-validated)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 PDFs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~900–1,200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chunk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~2,048 chars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1,802 chars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tokens/chunk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schema (per retrievable unit)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8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(md5)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/ 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char_start/end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vector(384) f32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figures are produced by running the actual chunker on a document set; the target corpus is arXiv RAG papers.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DATA COLLECTION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storage, fully local</a:t>
            </a:r>
            <a:endParaRPr lang="en-US" sz="2900" dirty="0"/>
          </a:p>
        </p:txBody>
      </p:sp>
      <p:pic>
        <p:nvPicPr>
          <p:cNvPr id="4" name="Image 0" descr="/sessions/nice-modest-bohr/mnt/AgentCreation/multi-agent-rag/review-02/assets/fig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11064240" cy="34244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never leave the device. Embedding (MiniLM), indexing (FAISS) and verification (NLI) run on CPU; only the LLM call may be remote in cloud mode.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DATA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structure, normalization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6304" cy="713232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page-by-page — page numbers preserved for citations.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146304" cy="713232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420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5420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running headers/footers, fix hyphenation, collapse whitespace.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146304" cy="713232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3814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tagging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43814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section headers (ALL-CAPS, numbered, "Title:") → tag each chunk.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146304" cy="713232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3425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Sentence-aware chunking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4334256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sentence split, greedily merge to ~512 tokens, 256-char overlap — never split mid-sentence.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76088"/>
            <a:ext cx="146304" cy="713232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303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52303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L2-normalized so cosine = dot product. No lowercasing/stemming — the transformer handles casing.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DATA LABELING &amp; ANNOTATION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for evaluation, not training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supervised training.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off-the-shelf, so labels exist to MEASURE the system, not to fit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Q&amp;A (manual)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22860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hand-written by the author; each carries a verifiable ground-truth answer and its source paper(s).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labels (automated)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32004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DeBERTa-MNLI emits entail / neutral / contradict per (claim, evidence) — no hand-labeling of the corpus.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set (manual, small)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4114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human-labeled set of faithful/unfaithful citations tunes the 0.6 entailment threshold.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protocol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5029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written blind + adversarial (incl. multi-hop and "answer-not-in-corpus") to avoid confirmation bias.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 DATA QUALITY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noise before it reaches the model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556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on-target size (sample)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64592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0" y="17556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06240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outliers (&lt;500 chars)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64592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17556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772400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outliers (&gt;2,304 chars)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/ short chunks —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caption-only or boilerplate pages add noise.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04164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0416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—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by content hash (repeated headers, references).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47000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70001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/ OCR noise —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flagged; scanned figure-only pages yield no text and are skipped (text-only scope).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3583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535838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section —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drop content — tag as "body" and keep.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 TRAIN–VALIDATION–TEST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split for a no-train system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nothing is fine-tuned, there is no train/val/test split of the corpus. The corpus is wholly indexed for retrieval; the SPLIT discipline lives in the evaluation design.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9192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2679192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index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chunks indexed in FAISS — retrieval needs full coverage, not a held-out split.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55848" y="2331720"/>
            <a:ext cx="2679192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2331720"/>
            <a:ext cx="2679192" cy="548640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3317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(dev)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38728" y="30175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labeled subset tunes the verifier's 0.6 threshold only.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63056" y="2331720"/>
            <a:ext cx="2679192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2331720"/>
            <a:ext cx="267919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3317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45936" y="30175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benchmark questions — never used for any tuning.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70264" y="2331720"/>
            <a:ext cx="2679192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70264" y="2331720"/>
            <a:ext cx="267919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23317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53144" y="30175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Multi-agent vs +Verifier on the SAME questions; paired t-test, p&lt;0.05.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71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corpus looks like before any retrieval — and what that implies.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4.2  STATISTICAL SUMMARY &amp;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over the chunked corpus</a:t>
            </a:r>
            <a:endParaRPr lang="en-US" sz="2900" dirty="0"/>
          </a:p>
        </p:txBody>
      </p:sp>
      <p:pic>
        <p:nvPicPr>
          <p:cNvPr id="4" name="Image 0" descr="/sessions/nice-modest-bohr/mnt/AgentCreation/multi-agent-rag/review-02/assets/fig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68096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Read-outs (sample)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3327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32720" y="2578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0" y="3145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length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32720" y="3145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1,802 chars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37124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tokens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332720" y="3712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450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0" y="4279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 band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332720" y="4279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0" y="4937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tight around the 512-token target — chunking behaves as designed.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4.4  INSIGHTS, PATTERNS &amp; FEATURE 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space tells us if retrieval can work</a:t>
            </a:r>
            <a:endParaRPr lang="en-US" sz="2900" dirty="0"/>
          </a:p>
        </p:txBody>
      </p:sp>
      <p:pic>
        <p:nvPicPr>
          <p:cNvPr id="4" name="Image 0" descr="/sessions/nice-modest-bohr/mnt/AgentCreation/multi-agent-rag/review-02/assets/fig_embed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554480"/>
            <a:ext cx="45720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separate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9933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cluster by sub-topic (Self-RAG, CRAG, eval, NLI). Separable clusters ⇒ the right evidence is retrievable.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816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"Correlation" = cosine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16382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dense 384-d vectors; the operative correlation is cosine similarity, not Pearson on raw columns.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9867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intra / low inter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33425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within-topic similarity and low cross-topic similarity give strong retrieval contrast (good top-k precision).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51572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550468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clusters overlapped heavily, retrieval would mis-fire — so this is a go/no-go check before building agents.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BIAS, OUTLIERS &amp; MISSING VALUES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and handling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English-only, RAG-domain corpus — acknowledged, not hidden. MiniLM + the LLM inherit web-training bias; the system never claims neutrality.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737360"/>
            <a:ext cx="36118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373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very-long (reference/caption pages) and ~1% very-short chunks, surfaced by the size-band check (4.5). Flagged, not silently dropped.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6118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737360"/>
            <a:ext cx="3611880" cy="594360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373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51460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/ figure-only pages produce no text → skipped under the text-only scope. Chunks with no detected section default to "body".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071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chunk text into the dense semantic features retrieval runs on.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FEATURE EXTRACTION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the features</a:t>
            </a:r>
            <a:endParaRPr lang="en-US" sz="2900" dirty="0"/>
          </a:p>
        </p:txBody>
      </p:sp>
      <p:pic>
        <p:nvPicPr>
          <p:cNvPr id="4" name="Image 0" descr="/sessions/nice-modest-bohr/mnt/AgentCreation/multi-agent-rag/review-02/assets/fig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64240" cy="4255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→ a 384-d sentence-transformer embedding (all-MiniLM-L6-v2). This dense vector IS the feature representation; there is no hand-crafted tabular feature set.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· 5.3  SCALING, NORMALIZATION &amp; DIMENSIONALITY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transform for semantic vectors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Scaling / Normalization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L2-normalize every embedding to unit length ⇒ cosine similarity = dot product. Min-Max / Standardization are NOT used — they would distort direction, which is what carries meaning.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783080"/>
            <a:ext cx="54864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11112" y="2011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Dimensionality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26974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 is already compact and CPU-friendly. No PCA in the pipeline (it would discard semantic nuance). PCA / t-SNE are used ONLY to visualize the space for EDA.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· 5.5  FEATURE SELECTION &amp; IMBALANCED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to a retrieval system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Feature selection — at query time, not column-wise.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keeps the top-k=5 nearest chunks (relevance filter); CRAG grades them and re-queries once if the best score &lt; 0.5. This replaces classic filter / wrapper / embedded selection.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 Imbalanced data — reframed.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has no class labels, so SMOTE / under-sampling are N/A. The balances that matter are: (a) the 20 eval questions are curated to span sub-topics evenly, and (b) the NLI calibration set is balanced between entailed and non-entailed citations so the threshold isn't skewed.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note:  </a:t>
            </a:r>
            <a:pPr indent="0" marL="0">
              <a:buNone/>
            </a:pPr>
            <a:r>
              <a:rPr lang="en-US" sz="13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 steps that don't apply to a no-train retrieval system are reframed, not faked — this is itself defensible methodology for the panel.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B9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models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46304" cy="1005840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Report-1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Jun 2026 — report after Review-01 &amp; 02 feedback; conference/publication status.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46304" cy="1005840"/>
          </a:xfrm>
          <a:prstGeom prst="rect">
            <a:avLst/>
          </a:prstGeom>
          <a:solidFill>
            <a:srgbClr val="1B9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Jul 2026 — §6 Model Development, §7 System Architecture, §8 Detailed Software Design (UML, API, ER, UI/UX).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Questions, comments, and critique on the data pipeline are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RAG — Review-02</dc:title>
  <dc:subject>PptxGenJS Presentation</dc:subject>
  <dc:creator>M.Tech AI&amp;ML</dc:creator>
  <cp:lastModifiedBy>M.Tech AI&amp;ML</cp:lastModifiedBy>
  <cp:revision>1</cp:revision>
  <dcterms:created xsi:type="dcterms:W3CDTF">2026-06-14T08:15:32Z</dcterms:created>
  <dcterms:modified xsi:type="dcterms:W3CDTF">2026-06-14T08:15:32Z</dcterms:modified>
</cp:coreProperties>
</file>