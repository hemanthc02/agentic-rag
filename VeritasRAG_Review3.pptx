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NLI Faithfulness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Citation Faithfulness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21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 (Vanilla RAG)</c:v>
                  </c:pt>
                  <c:pt idx="1">
                    <c:v>Multi-Agent + NLI Verifier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</c:v>
                </c:pt>
                <c:pt idx="1">
                  <c:v>0.82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21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E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VeritasRAG Review 3. This presentation covers Model Development, System Architecture and the Detailed Software Design. Review date is 11 July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covers three major sections: Model Development (Sec 6), System Architecture (Sec 7), and the Detailed Software Design Document (Sec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core model components were selected based on CPU efficiency and performance requirements. all-MiniLM-L6-v2 for embeddings, Llama 4 Scout / Phi-3-mini for LLM, and DeBERTa-v3-NLI for citation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vanilla baseline achieves a citation faithfulness of 0.64. The core problem identified by Wallat (2024) is post-rationalized citations — the LLM picks citations to justify its answer rather than relying on them genuinely.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algorithms form the backbone: SBERT for embeddings, FAISS for vector search, a transformer LLM for planning and synthesis, DeBERTa-v3 NLI for citation verification, and LangGraph for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tuning parameters are the citation faithfulness threshold (0.60), retrieval relevance threshold (0.50), top_k=5 chunks, and a max 2 verifier retry limit. Temperature is set to 0 for deterministic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fine-tuning was performed — all models are used off-the-shelf. Validation uses a 20-question benchmark with NLI faithfulness as the primary metric and a paired t-test for significance.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multi-agent pipeline with NLI verifier achieves faithfulness of 0.82 vs 0.64 baseline — an improvement of 0.18 that is statistically significant (t=4.31, p&lt;0.01). This validates that NLI citation verification measurably improves answer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selection is the 4-agent pipeline: MiniLM for embedding, Llama/Phi-3 LLM backend, DeBERTa-v3 NLI verifier, and LangGraph orchestration. The combination delivers statistically significant faithfulness improvement on CPU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end-to-end pipeline has two phases: offline indexing (PDF ingest → FAISS) and online Q&amp;A (Planner→Retriever→Synthesizer→Verifier with a conditional revise loop of max 2 iterations).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ETL pipeline extracts text with PyMuPDF, transforms via regex chunker and MiniLM embeddings, then loads into FAISS (local) or pgvector (production). Ingest is async and event-driven with sha256 deduplication.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pipeline is batch/incremental index building — no neural training. Inference is the LangGraph StateGraph invoked by FastAPI, with SSE streaming to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stack covers 6 layers: React/TypeScript frontend, FastAPI backend, LangGraph RAG with Groq/Ollama, PostgreSQL+pgvector data layer, key ML models, and Docker/k8s/Terraform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deployment modes: (1) Local/air-gapped via docker-compose with full Ollama stack, and (2) Cloud SaaS on Kubernetes with managed Postgres/pgvector, Redis, object storage, and Terraform IaC for AWS/Azure/GCP.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 case diagram shows two actors: Researcher (uploads documents, asks questions, views verified answers) and Admin (manages corpora, runs evaluation benchmarks). The system boundary is VeritasRAG.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diagram showing the ask→verify→revise flow. The dashed arrows represent return messages. Verifier returns verdicts; if any claim fails and retries remain, the Synthesizer is called again with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domain classes: LLMBackend interface (with GroqBackend implementation), NLIVerifier, AgentState TypedDict carrying pipeline state, Chunk entity, and Claim value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key REST endpoints under /api/v1. POST /queries is the core endpoint with SSE streaming. OpenAPI spec available at /docs (Swagger UI). Auth uses JWT with RBAC scopes.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PostgreSQL 16 + pgvector. Core tables: tenants, users, corpora, documents, chunks (with 384-dim embedding column), query_runs, claims. HNSW index on chunks.embedding for fast vector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wireframe shows the query view with mode toggle, question input, streamed answer with [n] citations, and per-claim colour cards (green/amber/red). Model serving uses FastAPI with SSE streaming and lazy NLI model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slide. Three key outcomes: model validation (0.82 faithfulness), system architecture (LangGraph pipeline), and SDD (UML, API, DB, UI). Next review is 11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A33"/>
                </a:solidFill>
              </a:rPr>
              <a:t>REVIEW –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VeritasRAG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with Verified Citations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 Development   </a:t>
            </a:r>
            <a:pPr indent="0" marL="0">
              <a:buNone/>
            </a:pPr>
            <a:r>
              <a:rPr lang="en-US" sz="1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System Architecture   </a:t>
            </a:r>
            <a:pPr indent="0" marL="0">
              <a:buNone/>
            </a:pPr>
            <a:r>
              <a:rPr lang="en-US" sz="1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Detailed Software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Date: 11th July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VeritasRAG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 – Review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869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· Baseline · Algorithms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706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· Training &amp; Validation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33284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· Final Selection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8686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6868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8869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· Data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64408" y="2706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Inference Pipelines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64408" y="33284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· Deployment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8686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86868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8869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904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Software Design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9048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(Use Case, Sequence, Class)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9048" y="2706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· Database Design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99048" y="33284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 · Model Serving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21295C">
              <a:alpha val="40000"/>
            </a:srgbClr>
          </a:solidFill>
          <a:ln w="12700">
            <a:solidFill>
              <a:srgbClr val="21295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· Algorithms · Tuning · Training · Comparison · Final Choice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6.1  Model Selection Strategy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16352" cy="406908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0392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  Embedding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CPU-efficient (384-dim)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State-of-art semantic similarity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&lt; 80 MB, no GPU required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Strong on academic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04672"/>
            <a:ext cx="2816352" cy="406908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850392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8686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 LLM 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42646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4 Scout 17B (Groq) / Phi-3-mini (Ollama)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Dual-mode: cloud &amp; local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Free Groq API 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017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Phi-3-mini fits 4 GB 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520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Swappable via abstraction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804672"/>
            <a:ext cx="2816352" cy="406908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850392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8686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NLI  NLI Verifier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42646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DeBERTa-v3-base-NLI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Best NLI accuracy on CPU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2514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Cross-encoder (full attention)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3017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Returns entailment probability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3520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No fine-tuning needed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6.2  Baseline Model – Initial Performance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Citation Faithfulness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8"/>
                </a:solidFill>
              </a:rPr>
              <a:t>Baseline NLI mean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41248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14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Unfaithful Citations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8"/>
                </a:solidFill>
              </a:rPr>
              <a:t>Industry avg (Wallat 2024)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41248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Benchmark Questions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8"/>
                </a:solidFill>
              </a:rPr>
              <a:t>Hand-curated eval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7889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Pipeline (Vanilla RAG)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5A73"/>
                </a:solidFill>
              </a:rPr>
              <a:t>Direct retrieval: question → FAISS search → top-5 chunks → LLM answer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5A73"/>
                </a:solidFill>
              </a:rPr>
              <a:t>No query decomposition, no CRAG rewriting, no citation 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9136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5A73"/>
                </a:solidFill>
              </a:rPr>
              <a:t>Mean NLI faithfulness: 0.64 across 20 benchmark questions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611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5A73"/>
                </a:solidFill>
              </a:rPr>
              <a:t>Problem: LLM often post-rationalizes citations — cites chunks it doesn't rely 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6.3  ML / DL Algorithms Used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91640" y="8595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Sentence-BERT (bi-encoder)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0" y="8961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· 384-dim · cosine similarity · FAISS inner-product index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459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664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– IndexFlatIP / IVFFlat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7007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flat (&lt;5k chunks) or approximate IVF (&gt;5k) · L2-normalized cosine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059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LLM (Llama / Phi-3)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Planning &amp; Synthesis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5054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LLM · Planner decomposes question · Synthesizer generates cited answer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18688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55264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5526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Verification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91640" y="3273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DeBERTa-v3-base (cross-encoder)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Citation Verification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3101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MNLI fine-tuned · premise=evidence, hypothesis=claim · entailment probability ≥ 0.6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059936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5D4E99"/>
          </a:solidFill>
          <a:ln w="12700">
            <a:solidFill>
              <a:srgbClr val="5D4E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599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4078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StateGraph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916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41148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 machine · conditional edges for revise/retry loop · max 2 revisions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6.4  Hyperparameter Tuning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1188720"/>
                <a:gridCol w="3749040"/>
              </a:tblGrid>
              <a:tr h="520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 Tested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CITATION_FAITHFULNESS_THRESHOLD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0.60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0.40 – 0.80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Core pass/fail gate for NLI verification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RETRIEVAL_RELEVANCE_THRESHOLD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0.30 – 0.70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Triggers CRAG rewrite if score below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top_k (retrieval chunks)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3 – 10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Balances recall vs. context window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MAX_VERIFIER_RETRIES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1 –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Bounds synthesis revision loop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chunk_size (chars)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2048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512 – 4096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~512 tokens; optimized for LLM context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chunk_overlap (chars)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256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 – 512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Reduces edge-of-chunk information loss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LLM temperature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0.0 – 0.5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</a:rPr>
                        <a:t>Deterministic; maximises faithfulness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6.5  Model Training &amp; Validation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Approach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Pre-trained models only — no fine-tuning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all-MiniLM-L6-v2: pre-trained on 1B sentence pairs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DeBERTa-v3: fine-tuned on MNLI (392k NLI pairs)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Llama / Phi-3: instruction-tuned by Groq / Microsoft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FAISS index built offline on local PDF corpus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295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Ingestion: PyMuPDF → regex chunker → MiniLM embed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CPU-only; 16 GB RAM constraint enforced throughout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Strategy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3350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20-question hand-curated benchmark on arXiv PDFs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739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Metric: per-claim NLI entailment score (primary)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Metric: citation pass rate (% claims ≥ threshold)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RAGAS faithfulness as complementary LLM-judge metric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0906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Paired t-test: baseline vs. multi-agent (scipy.stats)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5295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Results persisted to reports/eval_results.csv + .json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End-to-end smoke tests: pytest suite in tests/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6.6  Model Comparison – Performance Table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66360" y="822960"/>
            <a:ext cx="36576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76088" y="82296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355080" y="877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508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</a:rPr>
              <a:t>Vanilla RAG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66360" y="1591056"/>
            <a:ext cx="36576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76088" y="159105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355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Multi-Agent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</a:rPr>
              <a:t>w/ NLI Verifier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66360" y="2359152"/>
            <a:ext cx="36576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76088" y="2359152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+0.18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355080" y="2414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Improvement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</a:rPr>
              <a:t>Absolute gain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66360" y="3127248"/>
            <a:ext cx="36576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76088" y="3127248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35508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t-statistic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</a:rPr>
              <a:t>Paired t-test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166360" y="3895344"/>
            <a:ext cx="365760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276088" y="389534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&lt;0.01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3550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p-value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EA8"/>
                </a:solidFill>
              </a:rPr>
              <a:t>Statistically sig.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6.7  Final Model Selection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[SELECTED] 4-Agent Multi-Agent RAG with DeBERTa-v3 NLI Verifier &amp; LangGraph Orchestration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EA8"/>
                </a:solidFill>
              </a:rPr>
              <a:t>[Sentence-BERT]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225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</a:rPr>
              <a:t>384-dim, CPU-efficient, strong semantic retrieval, &lt; 80 MB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4592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1664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4 Scout 17B / Phi-3-mini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EA8"/>
                </a:solidFill>
              </a:rPr>
              <a:t>[Transformer]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3225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</a:rPr>
              <a:t>Dual-mode (cloud/local), free-tier API, instruction-tuned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81528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15468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DeBERTa-v3-base-NLI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538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EA8"/>
                </a:solidFill>
              </a:rPr>
              <a:t>[NLI Cross-Encoder]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831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</a:rPr>
              <a:t>Cross-encoder NLI, runs on CPU, entailment probability score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81528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315468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StateGraph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3538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EA8"/>
                </a:solidFill>
              </a:rPr>
              <a:t>[Graph Framework]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831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</a:rPr>
              <a:t>Explicit state, conditional verify→revise loop, deterministic flow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21295C">
              <a:alpha val="35000"/>
            </a:srgbClr>
          </a:solidFill>
          <a:ln w="12700">
            <a:solidFill>
              <a:srgbClr val="21295C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48640" y="2578608"/>
            <a:ext cx="5029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157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· Data Pipeline · Training · Inference · Tech Stack ·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7.1  End-to-End AI System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27048" y="1508760"/>
            <a:ext cx="137160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7048" y="13898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1508760"/>
            <a:ext cx="137160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3898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1508760"/>
            <a:ext cx="137160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3898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16168" y="1508760"/>
            <a:ext cx="137160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6168" y="13898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79208" y="1508760"/>
            <a:ext cx="137160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13898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43800" y="1005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1005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1920240"/>
            <a:ext cx="0" cy="45720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337560" y="2377440"/>
            <a:ext cx="164592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337560" y="1920240"/>
            <a:ext cx="0" cy="45720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29184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74C3C"/>
                </a:solidFill>
              </a:rPr>
              <a:t>revise (max 2x)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743200"/>
            <a:ext cx="420624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&amp; Retrieval Phase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0449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OFFLINE PHASE: PDFs → PyMuPDF → chunker → MiniLM → FAISS index (one-time)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5753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Planner: decomposes question into 1–3 sub-questions via LLM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105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Retriever: FAISS top-k + CRAG rewrite if score &lt; 0.50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743200"/>
            <a:ext cx="420624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&amp; Verification Phase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0449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Synthesizer: grounded answer with [n] citations; revision on 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753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Verifier: DeBERTa NLI scores each claim; routes to revise or 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105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Final output: answer + per-claim faithfulness scores (green / amber / red)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7.2  Data Pipeline Architecture (ETL)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0392"/>
            <a:ext cx="1463040" cy="329184"/>
          </a:xfrm>
          <a:prstGeom prst="roundRect">
            <a:avLst>
              <a:gd name="adj" fmla="val 19444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Extract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PDF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PyMuPDF (fitz)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Page-by-page text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804672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850392"/>
            <a:ext cx="146304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850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93392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CUT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93392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66544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Regex splitter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2048 chars, 256 overlap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64" y="804672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58184" y="850392"/>
            <a:ext cx="146304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850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12464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TAG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12464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85616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Section headers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Page, offset, sha256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8523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31536" y="804672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850392"/>
            <a:ext cx="146304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850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31536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VEC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31536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04688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MiniLM-L6-v2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384-dim dense vector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04304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50608" y="804672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850392"/>
            <a:ext cx="146304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850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0608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IDX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50608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Index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23760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FlatIP / IVFFlat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chunks.pkl persist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063240"/>
            <a:ext cx="8595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136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Event-Driven Flow (PostgreSQL + Redis + pgvector)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DocumentUploaded event → async ingest worker (parse→chunk→embed→pgvector upsert) → CorpusIndexed event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3867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Progress streamed to client via Server-Sent Events (SSE) / WebSocket during ingest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187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HNSW index on pgvector (chunks table) for production scale; FAISS retained for local single-tenant mode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Idempotent ingest: sha256 dedup prevents re-indexing unchanged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7.3  Training Pipeline  ·  7.4  Inference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 Training Pipeline (Batch / Incremental)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Batch: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14081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Full corpus ingest: all PDFs in data/pdfs/ processed at once; FAISS index rebuilt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Incremental: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204825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New PDFs added to corpus; embeddings upserted; IVF re-trained if chunk count crosses threshold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Trigger: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268833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CLI: python -m src.retrieval --build  or  POST /corpora/{id}/documents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284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Scheduling: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332841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No live retraining of neural models; only vector index rebuild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684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Production: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3968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DocumentUploaded event → async worker → pgvector upsert → CorpusIndexed event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804672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896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 Inference Architecture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1371600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POST /api/v1/queries → AskQuestion use case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01368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Planner.generate() → LLMBackend (Groq / Ollama)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23113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Retriever.search() → FAISS / pgvector cosine lookup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660904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CRAG: rewrite sub-question if best score &lt; 0.50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09067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Synthesizer.generate() → cited answer via LLMBackend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Verifier.score() → DeBERTa NLI cross-encoder (local)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950208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Conditional edge: revise if any claim fails (max 2×)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437997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</a:rPr>
              <a:t>Stream final answer + per-claim scores via SSE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7.5  Technology Stack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039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React 19 + TypeScript (Vite)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7007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Tailwind CSS + shadcn/ui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482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TanStack Query + Zustand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Per-claim colour cards (green/amber/red)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5039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503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API Gateway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10128" y="13533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FastAPI (Python 3.12)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17007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Pydantic v2 + SQLAlchemy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0482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JWT Auth + RBAC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395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SSE streaming / WebSocket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80467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5039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503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/ RAG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36208" y="13533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LangGraph (StateGraph orchestration)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6208" y="17007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Groq API – Llama 4 Scout 17B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6208" y="20482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Ollama – Phi-3-mini (local)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2395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HuggingFace Transformers (NLI)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5351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9923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992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4048" y="35021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PostgreSQL 16 + pgvector (HNSW)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384962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FAISS (local mode)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419709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Redis (cache + queue + pub-sub)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4544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SQLite (prototype)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95351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99923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9992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 Models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10128" y="35021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all-MiniLM-L6-v2 (SBERT)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10128" y="384962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cross-encoder/nli-deberta-v3-base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419709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RAGAS (eval metrics)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10128" y="4544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PyMuPDF (PDF parsing)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2953512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999232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5D4E37"/>
          </a:solidFill>
          <a:ln w="12700">
            <a:solidFill>
              <a:srgbClr val="5D4E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9992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Infrastructure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236208" y="35021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Docker + docker-compose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36208" y="384962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Kubernetes (k8s) + Helm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36208" y="419709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Terraform (AWS/Azure/GCP)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36208" y="4544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5A73"/>
                </a:solidFill>
              </a:rPr>
              <a:t>GitHub Actions CI/CD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7.6  Deployment Architecture (Local / Cloud / Edge)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400507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039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🖥️  Local / Air-Gapped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docker-compose: web + api + rag + ai(ollama) + postgres + redis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Zero egress profile — all data stays on-device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Suitable for data-residency or offline environments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3649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run.bat (Windows) or docker-compose up for quick start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CPU-only: &lt; 16 GB RAM, no GPU required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206240" cy="400507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5039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50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 Cloud SaaS (k8s)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Kubernetes deployments: web/api/rag/ai/evaluation (stateless, HPA)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0848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Managed Postgres + pgvector + Redis (cloud-managed services)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Object storage (S3/AzBlob/GCS) for raw PDFs + reports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3649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Ingress + WAF, TLS termination, rate limiting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40050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5A73"/>
                </a:solidFill>
              </a:rPr>
              <a:t>Terraform modules: AWS / Azure / GCP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48640" y="2578608"/>
            <a:ext cx="5029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157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Software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API Docs · Database · UI/UX · Model Serving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8.1  UML Diagrams – Use Case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03120" y="777240"/>
            <a:ext cx="672084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48840" y="80467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VeritasRAG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Researcher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5661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</a:rPr>
              <a:t>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Upload PDF Documents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709928"/>
            <a:ext cx="2468880" cy="-393192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664208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6642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Ask Research Question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1709928"/>
            <a:ext cx="2468880" cy="173736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231136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23113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View Verified Answer + Claims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1709928"/>
            <a:ext cx="2468880" cy="740664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798064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980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View Conversation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1709928"/>
            <a:ext cx="2468880" cy="1307592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364992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3649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Manage Corpora / Settings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813048"/>
            <a:ext cx="2468880" cy="-228600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5120640" cy="438912"/>
          </a:xfrm>
          <a:prstGeom prst="ellipse">
            <a:avLst/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9319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Run Evaluation Benchmark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813048"/>
            <a:ext cx="2468880" cy="338328"/>
          </a:xfrm>
          <a:prstGeom prst="line">
            <a:avLst/>
          </a:prstGeom>
          <a:noFill/>
          <a:ln w="12700">
            <a:solidFill>
              <a:srgbClr val="6B8EA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8.1  UML Diagrams – Sequence: Ask → Verify → Revise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User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0866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89888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D6EAF5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Web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948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6032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D6EAF5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4038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70332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8338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4632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Retriever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2638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98932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Synthesizer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6938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32320" y="749808"/>
            <a:ext cx="960120" cy="411480"/>
          </a:xfrm>
          <a:prstGeom prst="roundRect">
            <a:avLst>
              <a:gd name="adj" fmla="val 15556"/>
            </a:avLst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749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Verifier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12380" y="1161288"/>
            <a:ext cx="0" cy="3639312"/>
          </a:xfrm>
          <a:prstGeom prst="line">
            <a:avLst/>
          </a:prstGeom>
          <a:noFill/>
          <a:ln w="12700">
            <a:solidFill>
              <a:srgbClr val="6B8E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08660" y="1325880"/>
            <a:ext cx="1161288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" y="112471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Question + corpus_id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05356" y="12161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69948" y="1627632"/>
            <a:ext cx="1170432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9948" y="14264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POST /api/v1/queries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75788" y="15179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40380" y="1920240"/>
            <a:ext cx="114300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40380" y="1719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plan(question)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18788" y="1810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40380" y="2176272"/>
            <a:ext cx="1143000" cy="0"/>
          </a:xfrm>
          <a:prstGeom prst="line">
            <a:avLst/>
          </a:prstGeom>
          <a:noFill/>
          <a:ln w="15240">
            <a:solidFill>
              <a:srgbClr val="3D5A73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040380" y="1975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sub_questions[ 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48940" y="2066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40380" y="2450592"/>
            <a:ext cx="228600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40380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retrieve(sub_questions)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61788" y="23408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40380" y="2697480"/>
            <a:ext cx="2286000" cy="0"/>
          </a:xfrm>
          <a:prstGeom prst="line">
            <a:avLst/>
          </a:prstGeom>
          <a:noFill/>
          <a:ln w="15240">
            <a:solidFill>
              <a:srgbClr val="3D5A73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040380" y="2496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chunks[ ] + scores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948940" y="25877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40380" y="2971800"/>
            <a:ext cx="342900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40380" y="27706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synthesize(question, chunks)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4788" y="2862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40380" y="3227832"/>
            <a:ext cx="3429000" cy="0"/>
          </a:xfrm>
          <a:prstGeom prst="line">
            <a:avLst/>
          </a:prstGeom>
          <a:noFill/>
          <a:ln w="15240">
            <a:solidFill>
              <a:srgbClr val="3D5A7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3040380" y="3026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answer with [n] citations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48940" y="31181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040380" y="3502152"/>
            <a:ext cx="457200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0380" y="33009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verify(claims, evidence)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47788" y="3392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►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040380" y="3749040"/>
            <a:ext cx="4572000" cy="0"/>
          </a:xfrm>
          <a:prstGeom prst="line">
            <a:avLst/>
          </a:prstGeom>
          <a:noFill/>
          <a:ln w="15240">
            <a:solidFill>
              <a:srgbClr val="3D5A73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040380" y="3547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verdicts + scores [→ revise]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48940" y="36393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◄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69948" y="4023360"/>
            <a:ext cx="1170432" cy="0"/>
          </a:xfrm>
          <a:prstGeom prst="line">
            <a:avLst/>
          </a:prstGeom>
          <a:noFill/>
          <a:ln w="15240">
            <a:solidFill>
              <a:srgbClr val="3D5A73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1869948" y="3822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SSE: token / claim / done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778508" y="39136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◄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8.1  UML Diagrams – Class (Domain Model)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" y="841248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LLMBackend «interface»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name: str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model: str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supports_streaming: bool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20824"/>
            <a:ext cx="2651760" cy="0"/>
          </a:xfrm>
          <a:prstGeom prst="line">
            <a:avLst/>
          </a:prstGeom>
          <a:noFill/>
          <a:ln w="6350">
            <a:solidFill>
              <a:srgbClr val="D6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12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generate(messages, temperature, max_tokens) → str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" y="2825496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GroqBackend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api_key: 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493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model: str = 'llama-4-scout'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758184"/>
            <a:ext cx="2651760" cy="0"/>
          </a:xfrm>
          <a:prstGeom prst="line">
            <a:avLst/>
          </a:prstGeom>
          <a:noFill/>
          <a:ln w="6350">
            <a:solidFill>
              <a:srgbClr val="D6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849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generate(...) → str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4096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_with_retry(fn, *args) → str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804672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28416" y="841248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NLIVerifier «interface»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threshold: float = 0.60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527048"/>
            <a:ext cx="2651760" cy="0"/>
          </a:xfrm>
          <a:prstGeom prst="line">
            <a:avLst/>
          </a:prstGeom>
          <a:noFill/>
          <a:ln w="6350">
            <a:solidFill>
              <a:srgbClr val="D6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618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score(premise, hypothesis) → float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verify_answer(answer, chunks) → Report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804672"/>
            <a:ext cx="28346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841248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5D4E99"/>
          </a:solidFill>
          <a:ln w="12700">
            <a:solidFill>
              <a:srgbClr val="5D4E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AgentState «TypedDict»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question: str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sub_questions: list[str]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chunks: list[Chunk]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002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answer: str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2494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claims: list[Claim]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revision_count: int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verified: bool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78892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28416" y="2825496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3D5A73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Chunk «entity»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chunk_id: str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83280" y="3493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text: str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739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source: str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3986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page: int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4233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embedding: list[float]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383280"/>
            <a:ext cx="2834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7336" y="3419856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3419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 «value obj»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claim_text: str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4087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supportedness_score: float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4334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verdict: bool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8.2  API Documentation (Swagger / Postman)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8992" y="896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/api/v1/auth/register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Create user + tenant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EA8"/>
                </a:solidFill>
              </a:rPr>
              <a:t>public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91440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9144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59552" y="896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/api/v1/auth/login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59552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JWT access + refresh tokens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EA8"/>
                </a:solidFill>
              </a:rPr>
              <a:t>public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187452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8745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8992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/api/v1/corpora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8992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Create new corpus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2194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user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76479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187452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8745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59552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/api/v1/corpora/{id}/documents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59552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Upload PDFs → async ingest job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2194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user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72491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83464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83464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" y="2816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/api/v1/queries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8992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Ask question (SSE streaming)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3154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user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72491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283464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83464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59552" y="2816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/api/v1/queries/{id}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59552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Run detail + per-claim scores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3154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user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68503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37947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7947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78992" y="3776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/api/v1/evaluations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78992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Run benchmark (async)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94760" y="41148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93226"/>
                </a:solidFill>
              </a:rPr>
              <a:t>admin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685032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37947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7947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59552" y="3776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59552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</a:rPr>
              <a:t>Liveness + readiness probe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75320" y="41148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EA8"/>
                </a:solidFill>
              </a:rPr>
              <a:t>public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</a:rPr>
              <a:t>OpenAPI 3.1 spec published at /api/v1/openapi.json  ·  Swagger UI at /docs  ·  SSE event types: token | claim | done | error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8.3  Database Design &amp; ER Diagram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32104"/>
            <a:ext cx="223113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32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tenants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" y="11155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1752" y="13350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752" y="155448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data_residency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804672"/>
            <a:ext cx="24688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62072" y="832104"/>
            <a:ext cx="241401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832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corpora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07792" y="111556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07792" y="13350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tenant_id FK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07792" y="155448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07792" y="17739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804672"/>
            <a:ext cx="33375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05272" y="832104"/>
            <a:ext cx="328269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832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chunks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50992" y="111556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50992" y="1335024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doc_id FK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50992" y="155448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TEXT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50992" y="177393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vector(384)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121408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148840"/>
            <a:ext cx="223113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1752" y="24323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1752" y="26517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tenant_id FK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1752" y="287121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752" y="309067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TEXT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34640" y="2121408"/>
            <a:ext cx="24688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62072" y="2148840"/>
            <a:ext cx="241401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documents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07792" y="2432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07792" y="265176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corpus_id FK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07792" y="2871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907792" y="309067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438144"/>
            <a:ext cx="4069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465576"/>
            <a:ext cx="401421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4655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query_runs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01752" y="3749040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01752" y="3968496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FK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1752" y="418795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1752" y="4407408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supportedness REAL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26280" y="3438144"/>
            <a:ext cx="43891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53712" y="3465576"/>
            <a:ext cx="4334256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3465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99432" y="374904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99432" y="396849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 FK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99432" y="418795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claim_text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99432" y="440740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BOOL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8.4  UI/UX Wireframes   ·   8.5  Model Serving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  UI Wireframe – Query View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07592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EA8"/>
                </a:solidFill>
              </a:rPr>
              <a:t>localhost:5173  —  VeritasRAG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664208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664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☁ Groq  |  💻 Ollama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3520440" cy="347472"/>
          </a:xfrm>
          <a:prstGeom prst="roundRect">
            <a:avLst>
              <a:gd name="adj" fmla="val 21053"/>
            </a:avLst>
          </a:prstGeom>
          <a:solidFill>
            <a:srgbClr val="ECEFF1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EA8"/>
                </a:solidFill>
              </a:rPr>
              <a:t>What is Self-RAG? …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77640" y="202996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029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3931920" cy="594360"/>
          </a:xfrm>
          <a:prstGeom prst="roundRect">
            <a:avLst>
              <a:gd name="adj" fmla="val 10769"/>
            </a:avLst>
          </a:prstGeom>
          <a:solidFill>
            <a:srgbClr val="F0F6FA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Self-RAG is a framework [1] that trains a model to adaptively retrieve [2]…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3931920" cy="402336"/>
          </a:xfrm>
          <a:prstGeom prst="roundRect">
            <a:avLst>
              <a:gd name="adj" fmla="val 15909"/>
            </a:avLst>
          </a:prstGeom>
          <a:solidFill>
            <a:srgbClr val="D5F5E3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[PASS] Claim 1  0.91  passed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630168"/>
            <a:ext cx="3931920" cy="402336"/>
          </a:xfrm>
          <a:prstGeom prst="roundRect">
            <a:avLst>
              <a:gd name="adj" fmla="val 15909"/>
            </a:avLst>
          </a:prstGeom>
          <a:solidFill>
            <a:srgbClr val="FEF9E7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[WARN] Claim 2  0.63  passed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105656"/>
            <a:ext cx="3931920" cy="402336"/>
          </a:xfrm>
          <a:prstGeom prst="roundRect">
            <a:avLst>
              <a:gd name="adj" fmla="val 15909"/>
            </a:avLst>
          </a:prstGeom>
          <a:solidFill>
            <a:srgbClr val="FDEDEC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23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[FAIL] Claim 3  0.41  failed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  Model Serving Design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46320" y="13258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Entry Point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FastAPI POST /api/v1/queries → AskQuestion use case → LangGraph compiled 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Streaming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Server-Sent Events (SSE): token events during generation, claim events post-verification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4231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Caching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In-memory LRU cache in prototype; Redis cache in production for repeated queries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9718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Loading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NLI model (DeBERTa) lazy-loaded on first request; FAISS index loaded once at startup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Abstraction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LLMBackend interface; GroqBackend / OllamaBackend swapped via factory from env config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40690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Observability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</a:rPr>
              <a:t>GET /health (liveness) + /ready (readiness); structured JSON logs; OpenTelemetry-ready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– Review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5"/>
                </a:solidFill>
              </a:rPr>
              <a:t>MiniLM + DeBERTa-NLI + Llama/Phi-3 selected; NLI verifier raises faithfulness 0.64→0.82 (p&lt;0.01)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18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5"/>
                </a:solidFill>
              </a:rPr>
              <a:t>LangGraph 4-agent StateGraph with conditional revise loop; dual-mode (cloud/local); full-stack (FastAPI+React)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7D3C98">
              <a:alpha val="18000"/>
            </a:srgbClr>
          </a:solidFill>
          <a:ln w="12700">
            <a:solidFill>
              <a:srgbClr val="7D3C9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Software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5"/>
                </a:solidFill>
              </a:rPr>
              <a:t>UML (use case, sequence, class); REST API /api/v1 with SSE streaming; pgvector DB; colour-coded per-claim UI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EA8"/>
                </a:solidFill>
              </a:rPr>
              <a:t>Next: Review 4 (11 Aug 2026) — Deployment, Testing &amp; Final Demo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VeritasRAG – Review 3</dc:title>
  <dc:subject>PptxGenJS Presentation</dc:subject>
  <dc:creator>VeritasRAG Team</dc:creator>
  <cp:lastModifiedBy>VeritasRAG Team</cp:lastModifiedBy>
  <cp:revision>1</cp:revision>
  <dcterms:created xsi:type="dcterms:W3CDTF">2026-07-02T16:54:55Z</dcterms:created>
  <dcterms:modified xsi:type="dcterms:W3CDTF">2026-07-02T16:54:55Z</dcterms:modified>
</cp:coreProperties>
</file>